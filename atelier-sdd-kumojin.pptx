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5" d="100"/>
          <a:sy n="215" d="100"/>
        </p:scale>
        <p:origin x="2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4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7458" y="55457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CAPPASOFT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brief au code teste - en quelques heures,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en quelques sprints.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22860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Kumojin  |  Lunch &amp; Learn  |  Mars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 Cappannelli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eric@cappasoft.com  |  www.cappasoft.com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etes-vous ? Ou en etes-vous 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463040"/>
            <a:ext cx="2377440" cy="256032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554480" y="169164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5544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utilise deja un outil IA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quotidien 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Copilot, Cursor, Claude...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377440" cy="256032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06240" y="169164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062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520440" y="25146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a deja entendu parler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 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20440" y="3429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BMAD, Spec-Kit, Kiro...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1463040"/>
            <a:ext cx="2377440" cy="256032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858000" y="169164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172200" y="25146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travaille sur du legacy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un projet de refonte ?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72200" y="3429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mastodonte...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"Levez la main ou mettez un emoji dans le chat"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eric@cappasoft.com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IA code vite. Mais vers ou 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4114800" cy="256032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sans spec =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une maison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plan d'architecte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24688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code genere est souvent "correct"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pas coherent avec le reste.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dev fait ses propres patterns.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tracabilite, aucune maintenabilite.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03520" y="1188720"/>
            <a:ext cx="3200400" cy="73152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40680" y="11887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9224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devs utilisent l'IA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92240" y="1691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Overflow 2024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303520" y="2057400"/>
            <a:ext cx="3200400" cy="73152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40680" y="20574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492240" y="2148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rapportent des difficultes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les taches complexes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0" y="2926080"/>
            <a:ext cx="3200400" cy="73152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40680" y="292608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49224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duplication de 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l'IA non-structuree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92240" y="34290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GitClear 2024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 adopte l'outil, pas la discipline. Aujourd'hui c'est pareil avec l'IA."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eric@cappasoft.com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BMAD - Breakthrough Method for Agile AI-Driven Dev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097280"/>
            <a:ext cx="4937760" cy="301752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equipe d'agents IA specialises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169164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agent a un role precis : Analyst, PM, Architect, Dev, QA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etape produit un artifact documente et versionne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L'humain valide a chaque checkpoint - human-in-the-loop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agents sont des fichiers .md dans votre repo (Git)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IDE-agnostique : OpenCode, Claude Code, Cursor, Copilot...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source, pas de vendor lock-in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0" y="1097280"/>
            <a:ext cx="2468880" cy="164592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0" y="1234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40 000+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94360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etoiles GitHub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 stable - 2026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926080"/>
            <a:ext cx="2468880" cy="11887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3504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Aussi dans l'ecosysteme 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0" y="3291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Spec-Kit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OpenSpec (brownfield)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Kiro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eric@cappasoft.com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chemins - la methode s'adapte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3749040" cy="292608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3749040" cy="411480"/>
          </a:xfrm>
          <a:prstGeom prst="rect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PATH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/quick-spec  &gt;  /dev-story  &gt;  /code-review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le codebase existant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une tech-spec a partir de ce qui existe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 story par story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 la qualite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Brownfield, maintenance, features isolees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3749040" cy="292608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663440" y="1188720"/>
            <a:ext cx="3749040" cy="41148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PLANNING PATH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 &gt; PRD &gt; Architecture &gt; Stories &gt; Dev &gt; Review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0" y="22860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etape produit un artifact documente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agents se passent les artifacts entre eux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L'humain valide a chaque checkpoint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est traceable du brief au commit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3657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Greenfield, refonte majeure, nouveau module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eric@cappasoft.com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agents/skills, pas des prompts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371600" y="868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agent = un fichier .md dans votre repo, versionne dans Git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1417320"/>
            <a:ext cx="2423160" cy="123444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7373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508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325880" y="19202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Decouverte du probleme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Recherche, brief initial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429000" y="1417320"/>
            <a:ext cx="2423160" cy="123444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73736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23360" y="1508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023360" y="19202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PRD, user stories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Criteres d'acceptation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126480" y="1417320"/>
            <a:ext cx="2423160" cy="123444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73736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1508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720840" y="19202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techniques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Patterns, ADRs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731520" y="2880360"/>
            <a:ext cx="2423160" cy="123444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20040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2971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325880" y="3383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guidee par les stories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3429000" y="2880360"/>
            <a:ext cx="2423160" cy="123444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320040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023360" y="2971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4023360" y="3383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Tests, quality gates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"Vos standards d'equipe, encodes dans des fichiers Markdown."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eric@cappasoft.com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trousse : specs, standards, tracabilite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31520" y="1097280"/>
            <a:ext cx="2514600" cy="320040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31520" y="1097280"/>
            <a:ext cx="25146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32588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1965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BMAD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68680" y="23317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spec structuree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914400" y="27432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PRD, user stories, architecture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documentes et versionnees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agents posent les questions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le client oublie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20440" y="1097280"/>
            <a:ext cx="2514600" cy="320040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520440" y="1097280"/>
            <a:ext cx="25146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32588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0" y="1965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657600" y="23317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qualite automatique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703320" y="27432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architecturaux codifies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Conventions d'equipe integrees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Tool-agnostic : OpenCode,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Cursor...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309360" y="1097280"/>
            <a:ext cx="2514600" cy="320040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309360" y="1097280"/>
            <a:ext cx="25146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32588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46520" y="1965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446520" y="23317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tracabilite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492240" y="274320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connectes aux vrais outils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DB, board, registres en temps reel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ticket au commit -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tracabilite complete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3152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planification et review, 20% execution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eric@cappasoft.com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construit quelque chose.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Maintenant.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743200" y="3474720"/>
            <a:ext cx="3657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de depart : 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+ agents BMAD + brief initial. Zero code.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"Assez de slides. On code."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eric@cappasoft.com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boucle de validation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3716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 chaque feature - sans exception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1828800" cy="219456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71600" y="16459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7160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651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erreur de lint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3200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lint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6032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834640" y="1463040"/>
            <a:ext cx="1828800" cy="219456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74720" y="16459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747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92608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926080" y="2651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strict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erreur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017520" y="3200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typecheck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6344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937760" y="1463040"/>
            <a:ext cx="1828800" cy="219456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577840" y="16459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778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02920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0" y="2651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erreur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120640" y="3200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build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76656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7040880" y="1463040"/>
            <a:ext cx="1828800" cy="2194560"/>
          </a:xfrm>
          <a:prstGeom prst="rect">
            <a:avLst/>
          </a:prstGeom>
          <a:solidFill>
            <a:srgbClr val="1E2937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680960" y="16459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6809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13232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132320" y="2651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propre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qui repond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223760" y="3200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31520" y="393192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14400" y="3931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 une etape echoue, on corrige avant d'avancer. C'est LA discipline."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eric@cappasoft.com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2286000" y="2560320"/>
            <a:ext cx="45720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BMAD </a:t>
            </a: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la spec   |   </a:t>
            </a: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Rules </a:t>
            </a: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la qualite   |   </a:t>
            </a: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</a:t>
            </a: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la tracabilite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 dev n'est pas remplace. Il est promu architecte."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43200" y="4023360"/>
            <a:ext cx="3657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 Cappannelli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eric@cappasoft.com  |  www.cappasoft.com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713</Words>
  <Application>Microsoft Macintosh PowerPoint</Application>
  <PresentationFormat>On-screen Show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Spec-Driven Development - Atelier Kumojin</dc:title>
  <dc:subject>PptxGenJS Presentation</dc:subject>
  <dc:creator>Eric Cappannelli - Cappasoft</dc:creator>
  <cp:lastModifiedBy>Eric - Cappasoft Cappannelli</cp:lastModifiedBy>
  <cp:revision>3</cp:revision>
  <dcterms:created xsi:type="dcterms:W3CDTF">2026-03-17T03:35:00Z</dcterms:created>
  <dcterms:modified xsi:type="dcterms:W3CDTF">2026-03-17T18:12:37Z</dcterms:modified>
</cp:coreProperties>
</file>